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 y puesta en marcha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17320" y="502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de software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entorno 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MongoDB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889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y configuración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246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del servidor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la instalación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red local (LAN)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comunes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  Requisitos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sistema operativo mínimos recomendados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Windows 10/11, Ubuntu 20.04+ o macOS 12+.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mínimo 2 núcleos · Recomendado 4+ núcleos para cálculo en tiempo real.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mínimo 4 GB · Recomendado 8 GB con múltiples capas cargadas.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Disco: 2 GB libres para la aplicación + espacio para datos GeoJSON/GPKG.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acceso local (LAN/localhost); no requiere Internet en producción.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clientes: Chrome 100+, Firefox 110+ o Edge Chromium.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  Dependencias de software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y versiones requeridas en el servidor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o superior — gestor de paquetes pip incluido.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6.0+ — base de datos NoSQL para almacenamiento de capas y eventos.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— solo necesario si se reutiliza el pipeline de assets JS.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 pymongo shapely fiona pyproj geopandas networkx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opcionales: gunicorn (producción), python-dotenv (variables de entorno).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para clonar el repositorio y gestionar versiones.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  Estructura de directorios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proyecto en disco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3657600"/>
          </a:xfrm>
          <a:prstGeom prst="rect">
            <a:avLst/>
          </a:prstGeom>
          <a:solidFill>
            <a:srgbClr val="F2F5F8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95528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georuta/               → Raíz del proyecto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              → Punto de entrada Flask (servidor principal)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config.py           → Configuración global (puertos, MongoDB URI, etc.)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routes/             → Blueprints Flask: api_routes.py, map_routes.py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           → Lógica de negocio: graph_service.py, route_service.py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static/             → Archivos estáticos (JS, CSS, imágenes, datos GeoJSON)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static/data/        → Vías.geojson, POIs.geojson (datos base Puerto Lumbreras)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          → index.html, mobile.html (vistas Jinja2)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             → Suite de tests unitarios e integración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  Instalación del entorno Python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instalación paso a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3657600"/>
          </a:xfrm>
          <a:prstGeom prst="rect">
            <a:avLst/>
          </a:prstGeom>
          <a:solidFill>
            <a:srgbClr val="F2F5F8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95528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Clonar repositorio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https://github.com/org/georuta.git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Crear entorno virtual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Activar entorno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 venv\Scripts\activate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Linux/Mac: source venv/bin/activate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Instalar dependencias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Verificar instalación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flask, pymongo, geopandas; print('OK')"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B.5  Configuración de MongoDB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NoSQL para capas, obstáculos y eventos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MongoDB Community Edition desde mongodb.com/try/download.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servicio — Windows: net start MongoDB | Linux: sudo systemctl start mongod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por defecto: mongodb://localhost:27017/georuta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base de datos: use georuta en mongosh (se crea automáticamente al arrancar).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gestionadas automáticamente por la app: layers, obstacles, events, users.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producción: configurar autenticación y respaldo periódico de /data/db.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  Variables de entorno (.env)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configuración — no incluir en Git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3657600"/>
          </a:xfrm>
          <a:prstGeom prst="rect">
            <a:avLst/>
          </a:prstGeom>
          <a:solidFill>
            <a:srgbClr val="F2F5F8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95528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MONGO_URI=mongodb://localhost:27017/georuta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FLASK_SECRET_KEY=&lt;clave_aleatoria_segura&gt;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FLASK_ENV=development   # cambiar a 'production' en despliegue real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HOST=0.0.0.0            # escucha en todas las interfaces de red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PORT=5000               # puerto HTTP de la aplicación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DEFAULT_GEOJSON=static/data/Vías.geojson   # red precargada al arranque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B.7  Arranque del servidor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desarrollo y producción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desarrollo: python app.py   →   http://localhost:5000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producción con Gunicorn: gunicorn -w 4 -b 0.0.0.0:5000 app:app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carga automáticamente la red viaria por defecto al iniciar.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éxito en consola: '* Running on http://0.0.0.0:5000'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otros equipos de la red: http://&lt;IP_SERVIDOR&gt;:5000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errores: revisar consola o archivo georuta.log si logging está activo.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B.1–B.2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103120" y="6400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directorios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5681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B.4–B.5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5681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B.6–B.7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261518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arranque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B.8–B.10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resolución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B.8  Verificación de la instalación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comprobación tras el arranque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navegador en http://localhost:5000 — debe cargar el mapa con la red viaria.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cálculo de ruta básico: seleccionar origen/destino y verificar resultado.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conexión MongoDB: mongosh → show dbs → debe aparecer 'georuta'.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salud: GET /api/health → respuesta {"status": "ok", "graph": "loaded"}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tests: python -m pytest tests/ → todos deben pasar.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B.9  Despliegue en red local (LAN)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otros equipos del mismo segmento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HOST=0.0.0.0 en .env para escuchar en todas las interfaces.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IP del servidor: ipconfig (Windows) o ip addr (Linux).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puerto 5000 en el firewall del servidor.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Firewall: Nueva regla de entrada → Puerto TCP 5000.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iptables: sudo ufw allow 5000/tcp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acceden mediante: http://&lt;IP_LAN&gt;:5000 desde el mismo segmento de red.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B.10  Resolución de problemas comunes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y cómo solucionarlos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35433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'Port 5000 in use': cambiar PORT en .env o matar proceso con lsof -i :5000.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refused: verificar que mongod está corriendo y el URI es correcto.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no cargado al arrancar: revisar ruta DEFAULT_GEOJSON y permisos de lectura.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bloqueado en desarrollo: verificar Flask-CORS instalado y configurado.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no encontrado: confirmar que el entorno virtual está activado.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en cálculo de ruta: la red puede ser demasiado grande; reducir área de estudio.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GeoRuta – Anexo B: Manual de Instalación</dc:title>
  <dc:subject>PptxGenJS Presentation</dc:subject>
  <dc:creator>GeoRuta · ETSITGC · UPM</dc:creator>
  <cp:lastModifiedBy>GeoRuta · ETSITGC · UPM</cp:lastModifiedBy>
  <cp:revision>1</cp:revision>
  <dcterms:created xsi:type="dcterms:W3CDTF">2026-06-07T22:00:37Z</dcterms:created>
  <dcterms:modified xsi:type="dcterms:W3CDTF">2026-06-07T22:00:37Z</dcterms:modified>
</cp:coreProperties>
</file>