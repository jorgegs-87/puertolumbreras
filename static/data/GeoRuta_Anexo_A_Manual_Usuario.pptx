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GIS de Rutas de Emergencia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Lumbreras · Murcia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Índice de Contenidos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  Requisitos previos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A.2  Acceso al sistema y roles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 Interfaz principal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A.4  Cargar la red viaria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  Calcular una ruta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A.6  Gestión de obstáculos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A.7  Simulación temporal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  Buscador de direcciones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A.9  Eventos especiales (admin)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A.10 Uso desde dispositivo móvil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A.1  Requisitos previos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  Requisitos previos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Navegador: Google Chrome 100+, Firefox 110+ o Edge Chromium.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 en el cliente — solo un navegador moderno.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la red local del servidor GeoRuta (por defecto http://localhost:5000).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red corporativa: solicitar la IP al administrador.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y MongoDB 6+ solo necesarios en el servidor.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Móvil: Chrome o Safari actualizados en la misma red Wi-Fi.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43484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 de GeoRuta — Puerto Lumbreras con red viaria y POIs cargados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A.2  Acceso al sistema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A.2  Acceso y roles de usuario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45820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Abrir: http://&lt;IP_SERVIDOR&gt;:5000 o http://localhost:5000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carga el mapa directamente como Invitado.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botón 👤 en la esquina superior derecha.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Invitado → ver mapa, calcular rutas, añadir obstáculos manualmente.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→ además: tabla atributos, cargar capas, importar/exportar.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además: eventos especiales, editar calendario, gestión de usuarios.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móvil: acceso automático como invitado sin necesidad de login.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43484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capas con Red de Vías OSM y Puntos de Interés cargados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A.3  Interfaz principal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 Interfaz principal — Vista general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izquierda con iconos de sección · Barra de búsqueda superior · Mapa Leaflet central · Controles de zoom y capa base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 Panel de capas y leyenda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r="60870"/>
          <a:stretch>
            <a:fillRect/>
          </a:stretch>
        </p:blipFill>
        <p:spPr>
          <a:xfrm>
            <a:off x="274320" y="777240"/>
            <a:ext cx="3262700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con capas vectoriales, checkboxes de visibilidad y selectores de leyenda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0" y="777240"/>
            <a:ext cx="429768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lateral: pestañas Datos / Ruta / Momento / Info.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Datos → activa/desactiva Red de Vías, POIs y Obstáculos.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Leyenda dinámica → seleccionar atributo para colorear vías o POIs.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vía/POI → popup con todos sus atributos OSM.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capa base (OSM / PNOA) en la esquina del mapa.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del cursor visibles en la barra inferior del mapa.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A.4  Cargar la red viaria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A.4  Cargar la red viaria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de Puerto Lumbreras se carga automáticamente al arrancar desde static/data/Vías.geojson.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cargar otra red: Panel 📚 Datos → 'Red de Vías OSM' → botón 'Cargar vías'.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aceptados: GeoJSON (.geojson), Shapefile comprimido (.zip con .shp+.dbf+.prj), GPKG.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reproyecta automáticamente cualquier CRS a EPSG:4258 (ETRS89 geográfico).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'Red cargada' = grafo dirigido construido en memoria → Dijkstra disponible.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red cargada el botón 'Calcular ruta' permanece deshabilitado.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A.5  Calcular una ruta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  Ruta calculada — Panel MSW y resultado en mapa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0.96 km en 1 min 27 s · Veh. Ligero · Polilínea azul sobre la red viaria real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A.5.1  Seleccionar origen y destino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93192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🚗 Ruta → 'Seleccionar origen' → clic en el mapa.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'Seleccionar destino' → clic en el punto de llegada.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Alternativamente: buscador (🔍) por calle y número.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tipo de vehículo: Veh. Ligero / Veh. Pesado / Emergencia 🚨.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 'Calcular ruta' → panel MSW con el resultado.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recalcular con nuevos obstáculos: volver a pulsar 'Calcular ruta'.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r="70624"/>
          <a:stretch>
            <a:fillRect/>
          </a:stretch>
        </p:blipFill>
        <p:spPr>
          <a:xfrm>
            <a:off x="4892042" y="777240"/>
            <a:ext cx="2850215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43484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vehículo, coordenadas de origen/destino y estadísticas de ruta en el panel MSW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A.5.2  Interpretar el resultado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(km): longitud total sobre la red viaria real — no línea recta.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estimado: calculado con pesos de aristas (velocidad OSM, tipo de vía, carriles, obstáculos).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media: distancia ÷ tiempo. Refleja el estado real de la red en ese momento.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se dibuja como polilínea azul en el mapa. Clic sobre ella para más detalles.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obstáculos activos, Dijkstra los incorpora automáticamente al cálculo.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Emergencia: relaja velocidad (+20 km/h), ángulos de giro y sentidos únicos.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A.6  Gestión de obstáculos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A.6  Obstáculos activos y panel de detalle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obstáculos activos: #Avenida (Nivel 4 Máximo) y #Cruce_urbano (Nivel 2 Moderado) · La ruta recalcula evitándolos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A.6.1–A.6.3  Colocar, ajustar y eliminar obstáculos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39" y="777240"/>
            <a:ext cx="7206175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modo obstáculo en Panel Ruta → clic sobre la vía afectada.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el marcador 🚧 y un slider para ajustar % de obstrucción (0–99%).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f(p)=1/(1−p×0.99): 50%→×2, 90%→×10, 99%→×100 (casi infranqueable).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derecho muestra todos los obstáculos activos con su nivel y calles.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Mover: arrastrar el marcador. Eliminar: clic → popup → 'Eliminar'.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decide libremente si rodear el obstáculo o asumir el coste.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43484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obstáculos con nivel de obstrucción, nombre y calles afectadas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A.6.4–A.6.5  Importar y exportar obstáculos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Importar: Panel Ruta → Obstáculos → 'Importar' → seleccionar archivo.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entrada: .gpkg, .shp (ZIP), .geojson, .csv (columnas: id, Nombre, coord_lat, coord_lon, Porcentaje).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cargar la salida del simulador de daños sísmicos directamente en GeoRuta.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obstáculos importados se suman a los manuales ya existentes en la sesión.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Exportar: Panel Ruta → Obstáculos → 'Exportar' → elegir formato (.gpkg / .shp / .csv).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exportado es compartible con otros operadores o reimportable en otra sesión.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A.7  Simulación temporal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A.7  Simulación temporal activa — Modo Momento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08:30h · 135 vías congestionadas · Colegios y oficinas en alta ocupación · Ruta calculada con pesos temporales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A.7  Cómo usar la simulación temporal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93192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⏱️ Momento → seleccionar día de la semana.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slider de hora (0–23 h) para fijar el instante de simulación.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 'Activar' → vías coloreadas según factor de congestión.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(×1.0) fluido → Naranja moderado/denso → Rojo congestionado (×1.55+).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temporal se envía al backend antes de ejecutar Dijkstra.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muestra contexto actual, nº de vías congestionadas y POIs activos.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r="59558"/>
          <a:stretch>
            <a:fillRect/>
          </a:stretch>
        </p:blipFill>
        <p:spPr>
          <a:xfrm>
            <a:off x="4434840" y="777240"/>
            <a:ext cx="4343400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43484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Momento con selector de día, slider de hora y leyenda de tráfico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A.7  Franjas horarias críticas por tipo de POI</a:t>
            </a:r>
            <a:endParaRPr lang="en-US" sz="1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4114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POI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activos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Franjas críticas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🏫 Colegios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L–V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8–9h · 13:30–14:30h · 17–18h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⛪ Iglesias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10–13h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🏢 Oficinas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L–V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8–9h · 14–15h · 18–19:30h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🎉 Ocio/Restauración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V–S–D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20–24h · 12–15h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A.8  Buscador de direcciones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  Buscar por nombre de calle o portal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campo de búsqueda superior → escribir nombre de calle.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calle: seleccionar de la lista → el mapa hace zoom al tramo.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 y número: 'Calle Mayor, 12' → zoom al portal exacto con popup.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mapa → popup con el portal más cercano al punto clicado.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aparece: revisar ortografía o probar sin acentos.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A.9  Eventos especiales (admin)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A.9  Dibujar y configurar eventos especiales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accesible con rol admin.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Ruta → sección Eventos → 'Dibujar evento' → trazar polígono en el mapa.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el polígono: formulario con nombre, afluencia (0–100%) y duración.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Penalización: factor = 1 + afluencia × 3 → máximo ×4.0 al 100% de afluencia.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penaliza todas las aristas que crucen el polígono con ese factor.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(.gpkg/.shp) para reutilizar el escenario en otras sesiones.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A.10  Uso desde dispositivo móvil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A.10  Vistas de la aplicación móvil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77240"/>
            <a:ext cx="2011680" cy="3749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" y="4581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principal — mapa pantalla completa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777240"/>
            <a:ext cx="2011680" cy="3749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3566160" y="4581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 — gestión de obstáculos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777240"/>
            <a:ext cx="2011680" cy="3749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6812280" y="4581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 — panel 'Cómo llegar'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A.10  Navegación por el bottom sheet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93192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detecta el móvil automáticamente y carga mobile.html.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como invitado — sin necesidad de login.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 deslizable: 0% (oculto) / 45% (medio) / 85% (completo).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la manija hacia arriba o abajo para cambiar de posición.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inferior: tabs Explorar / Obstáculos para cambiar de sección.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≡ (hamburger) abre el drawer lateral con todas las funciones.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327" y="731520"/>
            <a:ext cx="2257865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43484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 al 85% con el panel 'Cómo llegar' y selector de vehículo táctil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¡Listo para usar GeoRuta!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dudas técnicas contactar con el administrador del sistema.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 · 2026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GeoRuta · ETSITGC · UPM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1664</Words>
  <Application>Microsoft Office PowerPoint</Application>
  <PresentationFormat>Presentación en pantalla (16:9)</PresentationFormat>
  <Paragraphs>184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GeoRuta — Manual de Usuario</dc:title>
  <dc:subject>PptxGenJS Presentation</dc:subject>
  <dc:creator>PptxGenJS</dc:creator>
  <cp:lastModifiedBy>JORGE GARCIA SANZ</cp:lastModifiedBy>
  <cp:revision>3</cp:revision>
  <dcterms:created xsi:type="dcterms:W3CDTF">2026-06-04T19:11:41Z</dcterms:created>
  <dcterms:modified xsi:type="dcterms:W3CDTF">2026-06-04T19:19:38Z</dcterms:modified>
</cp:coreProperties>
</file>